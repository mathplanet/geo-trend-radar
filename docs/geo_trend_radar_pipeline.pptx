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BA5F6-248F-4B1C-918B-70E88EA36ED2}" v="1" dt="2026-07-20T04:19:40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eontaek Ki" userId="252b3ce2-4774-411e-b445-4d9615141983" providerId="ADAL" clId="{3FAD9FE8-718D-4B57-96AA-949AC19EECA6}"/>
    <pc:docChg chg="modSld">
      <pc:chgData name="Hyeontaek Ki" userId="252b3ce2-4774-411e-b445-4d9615141983" providerId="ADAL" clId="{3FAD9FE8-718D-4B57-96AA-949AC19EECA6}" dt="2026-07-20T05:30:16.958" v="100" actId="20577"/>
      <pc:docMkLst>
        <pc:docMk/>
      </pc:docMkLst>
      <pc:sldChg chg="modSp mod">
        <pc:chgData name="Hyeontaek Ki" userId="252b3ce2-4774-411e-b445-4d9615141983" providerId="ADAL" clId="{3FAD9FE8-718D-4B57-96AA-949AC19EECA6}" dt="2026-07-20T05:30:16.958" v="100" actId="20577"/>
        <pc:sldMkLst>
          <pc:docMk/>
          <pc:sldMk cId="0" sldId="257"/>
        </pc:sldMkLst>
        <pc:spChg chg="mod">
          <ac:chgData name="Hyeontaek Ki" userId="252b3ce2-4774-411e-b445-4d9615141983" providerId="ADAL" clId="{3FAD9FE8-718D-4B57-96AA-949AC19EECA6}" dt="2026-07-20T05:24:17.839" v="7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2:19:32.131" v="1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5:30:16.958" v="100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2:19:29.945" v="0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2:19:49.675" v="4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4:12:35.910" v="20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5:04:55.148" v="69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4:12:20.400" v="17" actId="1076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Hyeontaek Ki" userId="252b3ce2-4774-411e-b445-4d9615141983" providerId="ADAL" clId="{3FAD9FE8-718D-4B57-96AA-949AC19EECA6}" dt="2026-07-20T04:20:38.690" v="68" actId="1076"/>
        <pc:sldMkLst>
          <pc:docMk/>
          <pc:sldMk cId="0" sldId="258"/>
        </pc:sldMkLst>
        <pc:spChg chg="mod">
          <ac:chgData name="Hyeontaek Ki" userId="252b3ce2-4774-411e-b445-4d9615141983" providerId="ADAL" clId="{3FAD9FE8-718D-4B57-96AA-949AC19EECA6}" dt="2026-07-20T04:13:09.295" v="45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Hyeontaek Ki" userId="252b3ce2-4774-411e-b445-4d9615141983" providerId="ADAL" clId="{3FAD9FE8-718D-4B57-96AA-949AC19EECA6}" dt="2026-07-20T04:20:38.690" v="68" actId="1076"/>
          <ac:spMkLst>
            <pc:docMk/>
            <pc:sldMk cId="0" sldId="258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B0B0B"/>
                </a:solidFill>
                <a:latin typeface="Segoe UI"/>
              </a:rPr>
              <a:t>GEO Trend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52514E"/>
                </a:solidFill>
                <a:latin typeface="Segoe UI"/>
              </a:rPr>
              <a:t>자동 수집 · 요약 · 발행 파이프라인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98781"/>
                </a:solidFill>
                <a:latin typeface="Segoe UI"/>
              </a:rPr>
              <a:t>RSS 12개 소스 → 키워드 필터 → Claude AI 요약 → GitHub Actions 자동 발행 → Cloudflare 대시보드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B0B0B"/>
                </a:solidFill>
                <a:latin typeface="Segoe UI"/>
              </a:rPr>
              <a:t>전체 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98781"/>
                </a:solidFill>
                <a:latin typeface="Segoe UI"/>
              </a:rPr>
              <a:t>모든 자동화는 GitHub Actions가 스케줄대로 실행 — 사람 개입 없음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352044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09160" y="36850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4087368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E3DDF7"/>
                </a:solidFill>
                <a:latin typeface="Segoe UI"/>
              </a:rPr>
              <a:t>items · digests 테이블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E3DDF7"/>
                </a:solidFill>
                <a:latin typeface="Segoe UI"/>
              </a:rPr>
              <a:t>(중앙 데이터 저장소)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8368" y="3493008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474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834640" cy="955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RSS 12개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소스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확인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키워드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94개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점수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매칭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lang="ko-KR" altLang="en-US" sz="1150" b="0" dirty="0">
                <a:solidFill>
                  <a:srgbClr val="52514E"/>
                </a:solidFill>
                <a:latin typeface="Segoe UI"/>
              </a:rPr>
              <a:t>기준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통과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글만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채택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그룹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(12개)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태깅</a:t>
            </a:r>
            <a:endParaRPr sz="115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A78D6"/>
                </a:solidFill>
                <a:latin typeface="Segoe UI"/>
              </a:rPr>
              <a:t>격일 09:00 KST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6200" y="3977639"/>
            <a:ext cx="777240" cy="45720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77639" y="1371600"/>
            <a:ext cx="4206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78807" y="1572768"/>
            <a:ext cx="384048" cy="38404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554480"/>
            <a:ext cx="3291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요약 (Claude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8" y="1974921"/>
            <a:ext cx="3657599" cy="7338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건별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요약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+ 관</a:t>
            </a:r>
            <a:r>
              <a:rPr lang="ko-KR" altLang="en-US" sz="1150" b="0" dirty="0" err="1">
                <a:solidFill>
                  <a:srgbClr val="52514E"/>
                </a:solidFill>
                <a:latin typeface="Segoe UI"/>
              </a:rPr>
              <a:t>련도</a:t>
            </a:r>
            <a:r>
              <a:rPr lang="ko-KR" altLang="en-US" sz="1150" b="0" dirty="0">
                <a:solidFill>
                  <a:srgbClr val="52514E"/>
                </a:solidFill>
                <a:latin typeface="Segoe UI"/>
              </a:rPr>
              <a:t> 재평가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(Haiku)</a:t>
            </a: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헤드라인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3~5개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선정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(Sonnet)</a:t>
            </a: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그룹별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총평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+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클러스터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일괄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재정리</a:t>
            </a:r>
            <a:endParaRPr sz="115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51959" y="2724912"/>
            <a:ext cx="36575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>
                <a:solidFill>
                  <a:srgbClr val="1BAF7A"/>
                </a:solidFill>
                <a:latin typeface="Segoe UI"/>
              </a:rPr>
              <a:t>주 1회 </a:t>
            </a:r>
            <a:r>
              <a:rPr sz="1000" b="1" dirty="0" err="1">
                <a:solidFill>
                  <a:srgbClr val="1BAF7A"/>
                </a:solidFill>
                <a:latin typeface="Segoe UI"/>
              </a:rPr>
              <a:t>월요일</a:t>
            </a:r>
            <a:r>
              <a:rPr sz="1000" b="1" dirty="0">
                <a:solidFill>
                  <a:srgbClr val="1BAF7A"/>
                </a:solidFill>
                <a:latin typeface="Segoe UI"/>
              </a:rPr>
              <a:t> 08:00 KST</a:t>
            </a:r>
          </a:p>
        </p:txBody>
      </p:sp>
      <p:sp>
        <p:nvSpPr>
          <p:cNvPr id="18" name="Up-Down Arrow 17"/>
          <p:cNvSpPr/>
          <p:nvPr/>
        </p:nvSpPr>
        <p:spPr>
          <a:xfrm>
            <a:off x="5867400" y="3067811"/>
            <a:ext cx="457200" cy="320040"/>
          </a:xfrm>
          <a:prstGeom prst="upDownArrow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66760" y="32918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67928" y="3493008"/>
            <a:ext cx="384048" cy="38404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474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발행 ·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937647"/>
            <a:ext cx="2834640" cy="734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GitHub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Actions가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대시보드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재배포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·  Cloudflare Workers</a:t>
            </a:r>
            <a:r>
              <a:rPr lang="en-US"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lang="ko-KR" altLang="en-US" sz="1150" b="0" dirty="0">
                <a:solidFill>
                  <a:srgbClr val="52514E"/>
                </a:solidFill>
                <a:latin typeface="Segoe UI"/>
              </a:rPr>
              <a:t>무료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호스팅</a:t>
            </a:r>
            <a:endParaRPr sz="1150" b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endParaRPr sz="115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41080" y="4828031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EB6834"/>
                </a:solidFill>
                <a:latin typeface="Segoe UI"/>
              </a:rPr>
              <a:t>요약</a:t>
            </a:r>
            <a:r>
              <a:rPr sz="1000" b="1" dirty="0">
                <a:solidFill>
                  <a:srgbClr val="EB6834"/>
                </a:solidFill>
                <a:latin typeface="Segoe UI"/>
              </a:rPr>
              <a:t> </a:t>
            </a:r>
            <a:r>
              <a:rPr sz="1000" b="1" dirty="0" err="1">
                <a:solidFill>
                  <a:srgbClr val="EB6834"/>
                </a:solidFill>
                <a:latin typeface="Segoe UI"/>
              </a:rPr>
              <a:t>직후</a:t>
            </a:r>
            <a:r>
              <a:rPr sz="1000" b="1" dirty="0">
                <a:solidFill>
                  <a:srgbClr val="EB6834"/>
                </a:solidFill>
                <a:latin typeface="Segoe UI"/>
              </a:rPr>
              <a:t> </a:t>
            </a:r>
            <a:r>
              <a:rPr sz="1000" b="1" dirty="0" err="1">
                <a:solidFill>
                  <a:srgbClr val="EB6834"/>
                </a:solidFill>
                <a:latin typeface="Segoe UI"/>
              </a:rPr>
              <a:t>자동</a:t>
            </a:r>
            <a:endParaRPr sz="1000" b="1" dirty="0">
              <a:solidFill>
                <a:srgbClr val="EB6834"/>
              </a:solidFill>
              <a:latin typeface="Segoe UI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516368" y="3977639"/>
            <a:ext cx="777240" cy="45720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40447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대시보드: https://geo-trend-radar.hyeontaek-ki.workers.dev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B0B0B"/>
                </a:solidFill>
                <a:latin typeface="Segoe UI"/>
              </a:rPr>
              <a:t>핵심 설계 원리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73152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왜 키워드 점수 방식부터 쓰나?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424160" cy="512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매번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AI에게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"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관련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있어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?"를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물으면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비용이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큼 -&gt; 1차로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저비용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키워드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필터로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lang="ko-KR" altLang="en-US" sz="1150" b="0" dirty="0">
                <a:solidFill>
                  <a:srgbClr val="52514E"/>
                </a:solidFill>
                <a:latin typeface="Segoe UI"/>
              </a:rPr>
              <a:t>한 번 정제하고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2차로만 AI(Claude)를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사용해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비용을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낮춤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73152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그룹(태그)과 클러스터는 뭐가 다른가?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2514E"/>
                </a:solidFill>
                <a:latin typeface="Segoe UI"/>
              </a:rPr>
              <a:t>그룹은 고정된 12개 카테고리(키워드 매칭, 기계적/multi-tag).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2514E"/>
                </a:solidFill>
                <a:latin typeface="Segoe UI"/>
              </a:rPr>
              <a:t>클러스터는 AI가 그 주 내용을 보고 매번 새로 만드는 소제목(유동적, 배치 재정리).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73152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왜 사람이 손대지 않아도 되는가?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수집·요약·배포가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전부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GitHub Actions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스케줄로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자동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실행됨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소스나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키워드만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설정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파일로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수정하면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다음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실행부터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자동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반영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73152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데이터는 얼마나 신뢰할 수 있나?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57949"/>
            <a:ext cx="10424160" cy="512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2514E"/>
                </a:solidFill>
                <a:latin typeface="Segoe UI"/>
              </a:rPr>
              <a:t>URL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중복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차단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(UNIQUE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제약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)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으로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같은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글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중복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적재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방지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</a:pPr>
            <a:r>
              <a:rPr sz="1150" b="0" dirty="0" err="1">
                <a:solidFill>
                  <a:srgbClr val="52514E"/>
                </a:solidFill>
                <a:latin typeface="Segoe UI"/>
              </a:rPr>
              <a:t>피드</a:t>
            </a:r>
            <a:r>
              <a:rPr lang="en-US" altLang="ko-KR" sz="1150" dirty="0">
                <a:solidFill>
                  <a:srgbClr val="52514E"/>
                </a:solidFill>
                <a:latin typeface="Segoe UI"/>
              </a:rPr>
              <a:t>(</a:t>
            </a:r>
            <a:r>
              <a:rPr lang="en-US" altLang="ko-KR" sz="1150" dirty="0" err="1">
                <a:solidFill>
                  <a:srgbClr val="52514E"/>
                </a:solidFill>
                <a:latin typeface="Segoe UI"/>
              </a:rPr>
              <a:t>published_at</a:t>
            </a:r>
            <a:r>
              <a:rPr lang="en-US" altLang="ko-KR" sz="1150" dirty="0">
                <a:solidFill>
                  <a:srgbClr val="52514E"/>
                </a:solidFill>
                <a:latin typeface="Segoe UI"/>
              </a:rPr>
              <a:t>)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가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잘못된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날짜를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줘도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수집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시각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(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collected_at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)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기준으로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2514E"/>
                </a:solidFill>
                <a:latin typeface="Segoe UI"/>
              </a:rPr>
              <a:t>보정</a:t>
            </a:r>
            <a:r>
              <a:rPr sz="1150" b="0" dirty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297</Words>
  <Application>Microsoft Office PowerPoint</Application>
  <PresentationFormat>와이드스크린</PresentationFormat>
  <Paragraphs>40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Hyeontaek Ki</cp:lastModifiedBy>
  <cp:revision>1</cp:revision>
  <dcterms:created xsi:type="dcterms:W3CDTF">2013-01-27T09:14:16Z</dcterms:created>
  <dcterms:modified xsi:type="dcterms:W3CDTF">2026-07-20T05:30:21Z</dcterms:modified>
  <cp:category/>
</cp:coreProperties>
</file>